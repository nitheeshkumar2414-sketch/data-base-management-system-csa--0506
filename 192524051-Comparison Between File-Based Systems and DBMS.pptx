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4DD653-08C4-479B-9EC5-8A66186E9319}" v="10" dt="2026-07-22T20:12:27.3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heesh kumar P" userId="b00425899db582e1" providerId="LiveId" clId="{ECF3D493-6DB7-434C-93F4-38FA3F0E9BA8}"/>
    <pc:docChg chg="undo redo custSel delSld modSld">
      <pc:chgData name="Nitheesh kumar P" userId="b00425899db582e1" providerId="LiveId" clId="{ECF3D493-6DB7-434C-93F4-38FA3F0E9BA8}" dt="2026-07-22T20:15:15.675" v="275" actId="1076"/>
      <pc:docMkLst>
        <pc:docMk/>
      </pc:docMkLst>
      <pc:sldChg chg="addSp delSp modSp mod">
        <pc:chgData name="Nitheesh kumar P" userId="b00425899db582e1" providerId="LiveId" clId="{ECF3D493-6DB7-434C-93F4-38FA3F0E9BA8}" dt="2026-07-22T20:13:20.734" v="264" actId="14100"/>
        <pc:sldMkLst>
          <pc:docMk/>
          <pc:sldMk cId="0" sldId="256"/>
        </pc:sldMkLst>
        <pc:spChg chg="del">
          <ac:chgData name="Nitheesh kumar P" userId="b00425899db582e1" providerId="LiveId" clId="{ECF3D493-6DB7-434C-93F4-38FA3F0E9BA8}" dt="2026-07-22T20:12:45.875" v="258" actId="21"/>
          <ac:spMkLst>
            <pc:docMk/>
            <pc:sldMk cId="0" sldId="256"/>
            <ac:spMk id="5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20:11:54.947" v="252" actId="1076"/>
          <ac:spMkLst>
            <pc:docMk/>
            <pc:sldMk cId="0" sldId="256"/>
            <ac:spMk id="9" creationId="{00000000-0000-0000-0000-000000000000}"/>
          </ac:spMkLst>
        </pc:spChg>
        <pc:spChg chg="add del mod">
          <ac:chgData name="Nitheesh kumar P" userId="b00425899db582e1" providerId="LiveId" clId="{ECF3D493-6DB7-434C-93F4-38FA3F0E9BA8}" dt="2026-07-22T20:12:31.900" v="255" actId="21"/>
          <ac:spMkLst>
            <pc:docMk/>
            <pc:sldMk cId="0" sldId="256"/>
            <ac:spMk id="10" creationId="{7A100CDF-33A2-6524-E5B3-3DF42743F90C}"/>
          </ac:spMkLst>
        </pc:spChg>
        <pc:picChg chg="mod">
          <ac:chgData name="Nitheesh kumar P" userId="b00425899db582e1" providerId="LiveId" clId="{ECF3D493-6DB7-434C-93F4-38FA3F0E9BA8}" dt="2026-07-22T20:13:20.734" v="264" actId="14100"/>
          <ac:picMkLst>
            <pc:docMk/>
            <pc:sldMk cId="0" sldId="256"/>
            <ac:picMk id="2" creationId="{00000000-0000-0000-0000-000000000000}"/>
          </ac:picMkLst>
        </pc:picChg>
        <pc:picChg chg="mod">
          <ac:chgData name="Nitheesh kumar P" userId="b00425899db582e1" providerId="LiveId" clId="{ECF3D493-6DB7-434C-93F4-38FA3F0E9BA8}" dt="2026-07-22T20:12:36.468" v="256" actId="1076"/>
          <ac:picMkLst>
            <pc:docMk/>
            <pc:sldMk cId="0" sldId="256"/>
            <ac:picMk id="3" creationId="{00000000-0000-0000-0000-000000000000}"/>
          </ac:picMkLst>
        </pc:picChg>
        <pc:picChg chg="add mod">
          <ac:chgData name="Nitheesh kumar P" userId="b00425899db582e1" providerId="LiveId" clId="{ECF3D493-6DB7-434C-93F4-38FA3F0E9BA8}" dt="2026-07-22T20:13:03.216" v="263" actId="14100"/>
          <ac:picMkLst>
            <pc:docMk/>
            <pc:sldMk cId="0" sldId="256"/>
            <ac:picMk id="11" creationId="{0B8C1BEC-6D78-5650-6B51-C8715E9D6674}"/>
          </ac:picMkLst>
        </pc:picChg>
      </pc:sldChg>
      <pc:sldChg chg="delSp modSp mod">
        <pc:chgData name="Nitheesh kumar P" userId="b00425899db582e1" providerId="LiveId" clId="{ECF3D493-6DB7-434C-93F4-38FA3F0E9BA8}" dt="2026-07-22T20:13:35.022" v="265" actId="21"/>
        <pc:sldMkLst>
          <pc:docMk/>
          <pc:sldMk cId="0" sldId="257"/>
        </pc:sldMkLst>
        <pc:spChg chg="del">
          <ac:chgData name="Nitheesh kumar P" userId="b00425899db582e1" providerId="LiveId" clId="{ECF3D493-6DB7-434C-93F4-38FA3F0E9BA8}" dt="2026-07-22T20:13:35.022" v="265" actId="21"/>
          <ac:spMkLst>
            <pc:docMk/>
            <pc:sldMk cId="0" sldId="257"/>
            <ac:spMk id="6" creationId="{00000000-0000-0000-0000-000000000000}"/>
          </ac:spMkLst>
        </pc:spChg>
        <pc:picChg chg="mod">
          <ac:chgData name="Nitheesh kumar P" userId="b00425899db582e1" providerId="LiveId" clId="{ECF3D493-6DB7-434C-93F4-38FA3F0E9BA8}" dt="2026-07-22T19:55:39.785" v="14" actId="1076"/>
          <ac:picMkLst>
            <pc:docMk/>
            <pc:sldMk cId="0" sldId="257"/>
            <ac:picMk id="3" creationId="{00000000-0000-0000-0000-000000000000}"/>
          </ac:picMkLst>
        </pc:picChg>
        <pc:picChg chg="mod">
          <ac:chgData name="Nitheesh kumar P" userId="b00425899db582e1" providerId="LiveId" clId="{ECF3D493-6DB7-434C-93F4-38FA3F0E9BA8}" dt="2026-07-22T19:55:43.735" v="15" actId="1076"/>
          <ac:picMkLst>
            <pc:docMk/>
            <pc:sldMk cId="0" sldId="257"/>
            <ac:picMk id="4" creationId="{00000000-0000-0000-0000-000000000000}"/>
          </ac:picMkLst>
        </pc:picChg>
        <pc:picChg chg="del">
          <ac:chgData name="Nitheesh kumar P" userId="b00425899db582e1" providerId="LiveId" clId="{ECF3D493-6DB7-434C-93F4-38FA3F0E9BA8}" dt="2026-07-22T19:55:02.459" v="5" actId="21"/>
          <ac:picMkLst>
            <pc:docMk/>
            <pc:sldMk cId="0" sldId="257"/>
            <ac:picMk id="9" creationId="{00000000-0000-0000-0000-000000000000}"/>
          </ac:picMkLst>
        </pc:picChg>
        <pc:picChg chg="del">
          <ac:chgData name="Nitheesh kumar P" userId="b00425899db582e1" providerId="LiveId" clId="{ECF3D493-6DB7-434C-93F4-38FA3F0E9BA8}" dt="2026-07-22T19:55:08.357" v="6" actId="21"/>
          <ac:picMkLst>
            <pc:docMk/>
            <pc:sldMk cId="0" sldId="257"/>
            <ac:picMk id="12" creationId="{00000000-0000-0000-0000-000000000000}"/>
          </ac:picMkLst>
        </pc:picChg>
      </pc:sldChg>
      <pc:sldChg chg="addSp delSp modSp mod">
        <pc:chgData name="Nitheesh kumar P" userId="b00425899db582e1" providerId="LiveId" clId="{ECF3D493-6DB7-434C-93F4-38FA3F0E9BA8}" dt="2026-07-22T20:15:15.675" v="275" actId="1076"/>
        <pc:sldMkLst>
          <pc:docMk/>
          <pc:sldMk cId="0" sldId="258"/>
        </pc:sldMkLst>
        <pc:spChg chg="del">
          <ac:chgData name="Nitheesh kumar P" userId="b00425899db582e1" providerId="LiveId" clId="{ECF3D493-6DB7-434C-93F4-38FA3F0E9BA8}" dt="2026-07-22T20:13:39.709" v="266" actId="21"/>
          <ac:spMkLst>
            <pc:docMk/>
            <pc:sldMk cId="0" sldId="258"/>
            <ac:spMk id="3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20:15:15.675" v="275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19:57:22.046" v="37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19:57:04.473" v="34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19:57:25.787" v="38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19:57:46.904" v="45" actId="14100"/>
          <ac:spMkLst>
            <pc:docMk/>
            <pc:sldMk cId="0" sldId="258"/>
            <ac:spMk id="9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19:57:43.158" v="44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20:00:05.057" v="102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19:58:04.368" v="49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20:00:19.260" v="103" actId="14100"/>
          <ac:spMkLst>
            <pc:docMk/>
            <pc:sldMk cId="0" sldId="258"/>
            <ac:spMk id="13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20:00:30.563" v="116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19:58:15.925" v="51" actId="1076"/>
          <ac:spMkLst>
            <pc:docMk/>
            <pc:sldMk cId="0" sldId="258"/>
            <ac:spMk id="16" creationId="{00000000-0000-0000-0000-000000000000}"/>
          </ac:spMkLst>
        </pc:spChg>
        <pc:spChg chg="add del mod">
          <ac:chgData name="Nitheesh kumar P" userId="b00425899db582e1" providerId="LiveId" clId="{ECF3D493-6DB7-434C-93F4-38FA3F0E9BA8}" dt="2026-07-22T20:02:20.547" v="127"/>
          <ac:spMkLst>
            <pc:docMk/>
            <pc:sldMk cId="0" sldId="258"/>
            <ac:spMk id="23" creationId="{D8B0F2DF-75A1-FE48-8BC8-8BED5DF49E0B}"/>
          </ac:spMkLst>
        </pc:spChg>
        <pc:spChg chg="add del mod">
          <ac:chgData name="Nitheesh kumar P" userId="b00425899db582e1" providerId="LiveId" clId="{ECF3D493-6DB7-434C-93F4-38FA3F0E9BA8}" dt="2026-07-22T20:02:20.547" v="129"/>
          <ac:spMkLst>
            <pc:docMk/>
            <pc:sldMk cId="0" sldId="258"/>
            <ac:spMk id="24" creationId="{00589910-89F7-646C-A18E-1E20EF1FA4CB}"/>
          </ac:spMkLst>
        </pc:spChg>
        <pc:spChg chg="add del mod">
          <ac:chgData name="Nitheesh kumar P" userId="b00425899db582e1" providerId="LiveId" clId="{ECF3D493-6DB7-434C-93F4-38FA3F0E9BA8}" dt="2026-07-22T20:02:55.225" v="136"/>
          <ac:spMkLst>
            <pc:docMk/>
            <pc:sldMk cId="0" sldId="258"/>
            <ac:spMk id="26" creationId="{AA39ED14-BA81-C699-D725-4B9A464DEC3A}"/>
          </ac:spMkLst>
        </pc:spChg>
        <pc:picChg chg="mod">
          <ac:chgData name="Nitheesh kumar P" userId="b00425899db582e1" providerId="LiveId" clId="{ECF3D493-6DB7-434C-93F4-38FA3F0E9BA8}" dt="2026-07-22T20:10:53.803" v="206" actId="14100"/>
          <ac:picMkLst>
            <pc:docMk/>
            <pc:sldMk cId="0" sldId="258"/>
            <ac:picMk id="2" creationId="{00000000-0000-0000-0000-000000000000}"/>
          </ac:picMkLst>
        </pc:picChg>
        <pc:picChg chg="del">
          <ac:chgData name="Nitheesh kumar P" userId="b00425899db582e1" providerId="LiveId" clId="{ECF3D493-6DB7-434C-93F4-38FA3F0E9BA8}" dt="2026-07-22T19:55:49.680" v="16" actId="21"/>
          <ac:picMkLst>
            <pc:docMk/>
            <pc:sldMk cId="0" sldId="258"/>
            <ac:picMk id="5" creationId="{00000000-0000-0000-0000-000000000000}"/>
          </ac:picMkLst>
        </pc:picChg>
        <pc:picChg chg="mod">
          <ac:chgData name="Nitheesh kumar P" userId="b00425899db582e1" providerId="LiveId" clId="{ECF3D493-6DB7-434C-93F4-38FA3F0E9BA8}" dt="2026-07-22T19:57:40.424" v="43" actId="1076"/>
          <ac:picMkLst>
            <pc:docMk/>
            <pc:sldMk cId="0" sldId="258"/>
            <ac:picMk id="18" creationId="{00000000-0000-0000-0000-000000000000}"/>
          </ac:picMkLst>
        </pc:picChg>
        <pc:picChg chg="mod">
          <ac:chgData name="Nitheesh kumar P" userId="b00425899db582e1" providerId="LiveId" clId="{ECF3D493-6DB7-434C-93F4-38FA3F0E9BA8}" dt="2026-07-22T19:58:09.156" v="50" actId="1076"/>
          <ac:picMkLst>
            <pc:docMk/>
            <pc:sldMk cId="0" sldId="258"/>
            <ac:picMk id="19" creationId="{00000000-0000-0000-0000-000000000000}"/>
          </ac:picMkLst>
        </pc:picChg>
        <pc:picChg chg="mod">
          <ac:chgData name="Nitheesh kumar P" userId="b00425899db582e1" providerId="LiveId" clId="{ECF3D493-6DB7-434C-93F4-38FA3F0E9BA8}" dt="2026-07-22T20:10:48.232" v="205" actId="1076"/>
          <ac:picMkLst>
            <pc:docMk/>
            <pc:sldMk cId="0" sldId="258"/>
            <ac:picMk id="20" creationId="{00000000-0000-0000-0000-000000000000}"/>
          </ac:picMkLst>
        </pc:picChg>
        <pc:picChg chg="add del mod">
          <ac:chgData name="Nitheesh kumar P" userId="b00425899db582e1" providerId="LiveId" clId="{ECF3D493-6DB7-434C-93F4-38FA3F0E9BA8}" dt="2026-07-22T20:10:46.108" v="204" actId="21"/>
          <ac:picMkLst>
            <pc:docMk/>
            <pc:sldMk cId="0" sldId="258"/>
            <ac:picMk id="22" creationId="{38FA434B-0085-E612-DEDE-84C2219B8A59}"/>
          </ac:picMkLst>
        </pc:picChg>
        <pc:picChg chg="add del mod">
          <ac:chgData name="Nitheesh kumar P" userId="b00425899db582e1" providerId="LiveId" clId="{ECF3D493-6DB7-434C-93F4-38FA3F0E9BA8}" dt="2026-07-22T20:02:20.536" v="125" actId="21"/>
          <ac:picMkLst>
            <pc:docMk/>
            <pc:sldMk cId="0" sldId="258"/>
            <ac:picMk id="25" creationId="{1A1E0F0C-5F49-C416-7101-4A664F21506D}"/>
          </ac:picMkLst>
        </pc:picChg>
        <pc:picChg chg="add mod">
          <ac:chgData name="Nitheesh kumar P" userId="b00425899db582e1" providerId="LiveId" clId="{ECF3D493-6DB7-434C-93F4-38FA3F0E9BA8}" dt="2026-07-22T20:02:52.953" v="134" actId="1076"/>
          <ac:picMkLst>
            <pc:docMk/>
            <pc:sldMk cId="0" sldId="258"/>
            <ac:picMk id="27" creationId="{FED2415A-FD95-C94E-1822-EA11721032F7}"/>
          </ac:picMkLst>
        </pc:picChg>
      </pc:sldChg>
      <pc:sldChg chg="addSp delSp modSp mod">
        <pc:chgData name="Nitheesh kumar P" userId="b00425899db582e1" providerId="LiveId" clId="{ECF3D493-6DB7-434C-93F4-38FA3F0E9BA8}" dt="2026-07-22T20:14:58.040" v="273" actId="1076"/>
        <pc:sldMkLst>
          <pc:docMk/>
          <pc:sldMk cId="0" sldId="259"/>
        </pc:sldMkLst>
        <pc:spChg chg="del">
          <ac:chgData name="Nitheesh kumar P" userId="b00425899db582e1" providerId="LiveId" clId="{ECF3D493-6DB7-434C-93F4-38FA3F0E9BA8}" dt="2026-07-22T20:13:44.078" v="267" actId="21"/>
          <ac:spMkLst>
            <pc:docMk/>
            <pc:sldMk cId="0" sldId="259"/>
            <ac:spMk id="3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20:14:58.040" v="273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20:14:52.226" v="272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20:03:14.603" v="140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20:03:18.528" v="141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20:03:22.413" v="142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20:04:24.012" v="153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20:03:35.707" v="145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20:03:44.430" v="146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20:04:06.412" v="151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20:04:17.431" v="152" actId="1076"/>
          <ac:spMkLst>
            <pc:docMk/>
            <pc:sldMk cId="0" sldId="259"/>
            <ac:spMk id="14" creationId="{00000000-0000-0000-0000-000000000000}"/>
          </ac:spMkLst>
        </pc:spChg>
        <pc:spChg chg="add del mod">
          <ac:chgData name="Nitheesh kumar P" userId="b00425899db582e1" providerId="LiveId" clId="{ECF3D493-6DB7-434C-93F4-38FA3F0E9BA8}" dt="2026-07-22T20:06:33.183" v="162"/>
          <ac:spMkLst>
            <pc:docMk/>
            <pc:sldMk cId="0" sldId="259"/>
            <ac:spMk id="21" creationId="{EBB55828-68FA-D791-BEFF-F827D4C91346}"/>
          </ac:spMkLst>
        </pc:spChg>
        <pc:spChg chg="add del mod">
          <ac:chgData name="Nitheesh kumar P" userId="b00425899db582e1" providerId="LiveId" clId="{ECF3D493-6DB7-434C-93F4-38FA3F0E9BA8}" dt="2026-07-22T20:06:33.185" v="164"/>
          <ac:spMkLst>
            <pc:docMk/>
            <pc:sldMk cId="0" sldId="259"/>
            <ac:spMk id="22" creationId="{6FC8C466-7779-9531-3A23-94F30BB0CE6C}"/>
          </ac:spMkLst>
        </pc:spChg>
        <pc:picChg chg="del">
          <ac:chgData name="Nitheesh kumar P" userId="b00425899db582e1" providerId="LiveId" clId="{ECF3D493-6DB7-434C-93F4-38FA3F0E9BA8}" dt="2026-07-22T20:02:57.553" v="137" actId="21"/>
          <ac:picMkLst>
            <pc:docMk/>
            <pc:sldMk cId="0" sldId="259"/>
            <ac:picMk id="5" creationId="{00000000-0000-0000-0000-000000000000}"/>
          </ac:picMkLst>
        </pc:picChg>
        <pc:picChg chg="mod">
          <ac:chgData name="Nitheesh kumar P" userId="b00425899db582e1" providerId="LiveId" clId="{ECF3D493-6DB7-434C-93F4-38FA3F0E9BA8}" dt="2026-07-22T20:03:30.593" v="144" actId="1076"/>
          <ac:picMkLst>
            <pc:docMk/>
            <pc:sldMk cId="0" sldId="259"/>
            <ac:picMk id="18" creationId="{00000000-0000-0000-0000-000000000000}"/>
          </ac:picMkLst>
        </pc:picChg>
        <pc:picChg chg="mod">
          <ac:chgData name="Nitheesh kumar P" userId="b00425899db582e1" providerId="LiveId" clId="{ECF3D493-6DB7-434C-93F4-38FA3F0E9BA8}" dt="2026-07-22T20:03:49.114" v="147" actId="1076"/>
          <ac:picMkLst>
            <pc:docMk/>
            <pc:sldMk cId="0" sldId="259"/>
            <ac:picMk id="19" creationId="{00000000-0000-0000-0000-000000000000}"/>
          </ac:picMkLst>
        </pc:picChg>
        <pc:picChg chg="mod">
          <ac:chgData name="Nitheesh kumar P" userId="b00425899db582e1" providerId="LiveId" clId="{ECF3D493-6DB7-434C-93F4-38FA3F0E9BA8}" dt="2026-07-22T20:04:02.865" v="150" actId="1076"/>
          <ac:picMkLst>
            <pc:docMk/>
            <pc:sldMk cId="0" sldId="259"/>
            <ac:picMk id="20" creationId="{00000000-0000-0000-0000-000000000000}"/>
          </ac:picMkLst>
        </pc:picChg>
        <pc:picChg chg="add mod">
          <ac:chgData name="Nitheesh kumar P" userId="b00425899db582e1" providerId="LiveId" clId="{ECF3D493-6DB7-434C-93F4-38FA3F0E9BA8}" dt="2026-07-22T20:06:31.675" v="160" actId="14100"/>
          <ac:picMkLst>
            <pc:docMk/>
            <pc:sldMk cId="0" sldId="259"/>
            <ac:picMk id="23" creationId="{C8CC3D6F-906E-8390-54B1-5F9C9C3A901B}"/>
          </ac:picMkLst>
        </pc:picChg>
      </pc:sldChg>
      <pc:sldChg chg="delSp modSp mod">
        <pc:chgData name="Nitheesh kumar P" userId="b00425899db582e1" providerId="LiveId" clId="{ECF3D493-6DB7-434C-93F4-38FA3F0E9BA8}" dt="2026-07-22T20:13:48.073" v="268" actId="21"/>
        <pc:sldMkLst>
          <pc:docMk/>
          <pc:sldMk cId="0" sldId="260"/>
        </pc:sldMkLst>
        <pc:spChg chg="del">
          <ac:chgData name="Nitheesh kumar P" userId="b00425899db582e1" providerId="LiveId" clId="{ECF3D493-6DB7-434C-93F4-38FA3F0E9BA8}" dt="2026-07-22T20:13:48.073" v="268" actId="21"/>
          <ac:spMkLst>
            <pc:docMk/>
            <pc:sldMk cId="0" sldId="260"/>
            <ac:spMk id="6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20:10:15.891" v="201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20:06:44.209" v="165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20:10:06.560" v="200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20:06:47.841" v="166" actId="1076"/>
          <ac:spMkLst>
            <pc:docMk/>
            <pc:sldMk cId="0" sldId="260"/>
            <ac:spMk id="14" creationId="{00000000-0000-0000-0000-000000000000}"/>
          </ac:spMkLst>
        </pc:spChg>
        <pc:picChg chg="mod">
          <ac:chgData name="Nitheesh kumar P" userId="b00425899db582e1" providerId="LiveId" clId="{ECF3D493-6DB7-434C-93F4-38FA3F0E9BA8}" dt="2026-07-22T20:10:25.294" v="202" actId="1076"/>
          <ac:picMkLst>
            <pc:docMk/>
            <pc:sldMk cId="0" sldId="260"/>
            <ac:picMk id="3" creationId="{00000000-0000-0000-0000-000000000000}"/>
          </ac:picMkLst>
        </pc:picChg>
      </pc:sldChg>
      <pc:sldChg chg="delSp modSp mod">
        <pc:chgData name="Nitheesh kumar P" userId="b00425899db582e1" providerId="LiveId" clId="{ECF3D493-6DB7-434C-93F4-38FA3F0E9BA8}" dt="2026-07-22T20:13:54.027" v="269" actId="21"/>
        <pc:sldMkLst>
          <pc:docMk/>
          <pc:sldMk cId="0" sldId="261"/>
        </pc:sldMkLst>
        <pc:spChg chg="del">
          <ac:chgData name="Nitheesh kumar P" userId="b00425899db582e1" providerId="LiveId" clId="{ECF3D493-6DB7-434C-93F4-38FA3F0E9BA8}" dt="2026-07-22T20:13:54.027" v="269" actId="21"/>
          <ac:spMkLst>
            <pc:docMk/>
            <pc:sldMk cId="0" sldId="261"/>
            <ac:spMk id="5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20:07:47.371" v="174" actId="1076"/>
          <ac:spMkLst>
            <pc:docMk/>
            <pc:sldMk cId="0" sldId="261"/>
            <ac:spMk id="26" creationId="{00000000-0000-0000-0000-000000000000}"/>
          </ac:spMkLst>
        </pc:spChg>
        <pc:graphicFrameChg chg="mod modGraphic">
          <ac:chgData name="Nitheesh kumar P" userId="b00425899db582e1" providerId="LiveId" clId="{ECF3D493-6DB7-434C-93F4-38FA3F0E9BA8}" dt="2026-07-22T20:08:24.972" v="187" actId="14734"/>
          <ac:graphicFrameMkLst>
            <pc:docMk/>
            <pc:sldMk cId="0" sldId="261"/>
            <ac:graphicFrameMk id="8" creationId="{00000000-0000-0000-0000-000000000000}"/>
          </ac:graphicFrameMkLst>
        </pc:graphicFrameChg>
        <pc:picChg chg="mod">
          <ac:chgData name="Nitheesh kumar P" userId="b00425899db582e1" providerId="LiveId" clId="{ECF3D493-6DB7-434C-93F4-38FA3F0E9BA8}" dt="2026-07-22T20:08:17.365" v="182" actId="1076"/>
          <ac:picMkLst>
            <pc:docMk/>
            <pc:sldMk cId="0" sldId="261"/>
            <ac:picMk id="2" creationId="{00000000-0000-0000-0000-000000000000}"/>
          </ac:picMkLst>
        </pc:picChg>
        <pc:picChg chg="mod">
          <ac:chgData name="Nitheesh kumar P" userId="b00425899db582e1" providerId="LiveId" clId="{ECF3D493-6DB7-434C-93F4-38FA3F0E9BA8}" dt="2026-07-22T20:08:17.167" v="181" actId="1076"/>
          <ac:picMkLst>
            <pc:docMk/>
            <pc:sldMk cId="0" sldId="261"/>
            <ac:picMk id="3" creationId="{00000000-0000-0000-0000-000000000000}"/>
          </ac:picMkLst>
        </pc:picChg>
      </pc:sldChg>
      <pc:sldChg chg="delSp modSp mod">
        <pc:chgData name="Nitheesh kumar P" userId="b00425899db582e1" providerId="LiveId" clId="{ECF3D493-6DB7-434C-93F4-38FA3F0E9BA8}" dt="2026-07-22T20:14:37.974" v="270" actId="21"/>
        <pc:sldMkLst>
          <pc:docMk/>
          <pc:sldMk cId="0" sldId="262"/>
        </pc:sldMkLst>
        <pc:spChg chg="del">
          <ac:chgData name="Nitheesh kumar P" userId="b00425899db582e1" providerId="LiveId" clId="{ECF3D493-6DB7-434C-93F4-38FA3F0E9BA8}" dt="2026-07-22T20:14:37.974" v="270" actId="21"/>
          <ac:spMkLst>
            <pc:docMk/>
            <pc:sldMk cId="0" sldId="262"/>
            <ac:spMk id="5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20:09:04.681" v="195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20:09:08.361" v="196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20:09:31.441" v="199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20:09:15.831" v="197" actId="107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Nitheesh kumar P" userId="b00425899db582e1" providerId="LiveId" clId="{ECF3D493-6DB7-434C-93F4-38FA3F0E9BA8}" dt="2026-07-22T20:09:22.022" v="198" actId="1076"/>
          <ac:spMkLst>
            <pc:docMk/>
            <pc:sldMk cId="0" sldId="262"/>
            <ac:spMk id="21" creationId="{00000000-0000-0000-0000-000000000000}"/>
          </ac:spMkLst>
        </pc:spChg>
        <pc:picChg chg="mod">
          <ac:chgData name="Nitheesh kumar P" userId="b00425899db582e1" providerId="LiveId" clId="{ECF3D493-6DB7-434C-93F4-38FA3F0E9BA8}" dt="2026-07-22T20:09:01.788" v="194" actId="1076"/>
          <ac:picMkLst>
            <pc:docMk/>
            <pc:sldMk cId="0" sldId="262"/>
            <ac:picMk id="3" creationId="{00000000-0000-0000-0000-000000000000}"/>
          </ac:picMkLst>
        </pc:picChg>
      </pc:sldChg>
      <pc:sldChg chg="del">
        <pc:chgData name="Nitheesh kumar P" userId="b00425899db582e1" providerId="LiveId" clId="{ECF3D493-6DB7-434C-93F4-38FA3F0E9BA8}" dt="2026-07-22T19:53:53.499" v="0" actId="2696"/>
        <pc:sldMkLst>
          <pc:docMk/>
          <pc:sldMk cId="0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689" y="1792214"/>
            <a:ext cx="2781300" cy="400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8487" y="4506069"/>
            <a:ext cx="5915025" cy="809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5375" y="2170807"/>
            <a:ext cx="10001250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>
                <a:solidFill>
                  <a:srgbClr val="1E40AF"/>
                </a:solidFill>
                <a:latin typeface="Poppins"/>
              </a:rPr>
              <a:t>Comparison Between File-Based Systems and DBMS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5312" y="3626048"/>
            <a:ext cx="338137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 dirty="0">
                <a:solidFill>
                  <a:srgbClr val="3B82F6"/>
                </a:solidFill>
                <a:latin typeface="Inter Medium"/>
              </a:rPr>
              <a:t>Healthcare System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9012" y="4706094"/>
            <a:ext cx="288607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Course</a:t>
            </a:r>
            <a:r>
              <a:rPr sz="1200" b="0" i="0" u="none">
                <a:solidFill>
                  <a:srgbClr val="1E293B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0F172A"/>
                </a:solidFill>
                <a:latin typeface="Inter SemiBold"/>
              </a:rPr>
              <a:t>CSA0506 - Database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599" y="4706094"/>
            <a:ext cx="216217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u="none" dirty="0">
                <a:solidFill>
                  <a:srgbClr val="64748B"/>
                </a:solidFill>
                <a:latin typeface="Inter"/>
              </a:rPr>
              <a:t>Presented By</a:t>
            </a:r>
            <a:r>
              <a:rPr sz="1200" b="0" i="0" u="none" dirty="0">
                <a:solidFill>
                  <a:srgbClr val="1E293B"/>
                </a:solidFill>
                <a:latin typeface="Inter"/>
              </a:rPr>
              <a:t> </a:t>
            </a:r>
            <a:r>
              <a:rPr lang="en-US" sz="1200" b="0" i="0" u="none" dirty="0">
                <a:solidFill>
                  <a:srgbClr val="1E293B"/>
                </a:solidFill>
                <a:latin typeface="Inter"/>
              </a:rPr>
              <a:t>:</a:t>
            </a:r>
          </a:p>
          <a:p>
            <a:pPr algn="ctr"/>
            <a:r>
              <a:rPr lang="en-US" sz="1200" dirty="0">
                <a:solidFill>
                  <a:srgbClr val="0F172A"/>
                </a:solidFill>
                <a:latin typeface="Inter SemiBold"/>
              </a:rPr>
              <a:t>Nitheesh kumar</a:t>
            </a:r>
            <a:r>
              <a:rPr sz="1200" b="0" i="0" u="none" dirty="0">
                <a:solidFill>
                  <a:srgbClr val="0F172A"/>
                </a:solidFill>
                <a:latin typeface="Inter SemiBold"/>
              </a:rPr>
              <a:t> P (1925</a:t>
            </a:r>
            <a:r>
              <a:rPr lang="en-US" sz="1200" b="0" i="0" u="none" dirty="0">
                <a:solidFill>
                  <a:srgbClr val="0F172A"/>
                </a:solidFill>
                <a:latin typeface="Inter SemiBold"/>
              </a:rPr>
              <a:t>24051</a:t>
            </a:r>
            <a:r>
              <a:rPr sz="1200" b="0" i="0" u="none" dirty="0">
                <a:solidFill>
                  <a:srgbClr val="0F172A"/>
                </a:solidFill>
                <a:latin typeface="Inter SemiBold"/>
              </a:rPr>
              <a:t>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8C1BEC-6D78-5650-6B51-C8715E9D66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725" y="209475"/>
            <a:ext cx="11847007" cy="10683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08" y="1754547"/>
            <a:ext cx="5334000" cy="352780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188" y="1833959"/>
            <a:ext cx="5334000" cy="35278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76200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Poppins"/>
              </a:rPr>
              <a:t>Introduction: Core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63075" y="276225"/>
            <a:ext cx="22193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 Medium"/>
              </a:rPr>
              <a:t>CSA0506 - Database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2192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488061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1E40AF"/>
                </a:solidFill>
                <a:latin typeface="Poppins"/>
              </a:rPr>
              <a:t>What is a File-Based System?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24200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 traditional approach where data is stored in separate, isolated files.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514600"/>
            <a:ext cx="488061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1E40AF"/>
                </a:solidFill>
                <a:latin typeface="Poppins"/>
              </a:rPr>
              <a:t>What is DBMS?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124200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 software system that stores and manages data in a centralized database.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650" y="3909952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" y="3910905"/>
            <a:ext cx="4457700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Each department maintains its own independent records.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9650" y="4458533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" y="4459485"/>
            <a:ext cx="4457700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Data is often managed by specific application programs.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650" y="5007113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" y="5008066"/>
            <a:ext cx="4457700" cy="27429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Lacks centralized control and coordination.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4650" y="3909952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9900" y="3910905"/>
            <a:ext cx="4457700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Provides an interface between users, applications, and the data.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4650" y="4458533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9900" y="4459485"/>
            <a:ext cx="4457700" cy="27429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Allows secure, fast, and efficient data management.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4650" y="4732823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9900" y="4733776"/>
            <a:ext cx="4457700" cy="27429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Ensures data integrity and concurrent access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8" y="-609600"/>
            <a:ext cx="12192000" cy="746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5307" y="1143187"/>
            <a:ext cx="6090105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>
                <a:solidFill>
                  <a:srgbClr val="0F172A"/>
                </a:solidFill>
                <a:latin typeface="Poppins"/>
              </a:rPr>
              <a:t>Working of File-Based System</a:t>
            </a:r>
          </a:p>
        </p:txBody>
      </p:sp>
      <p:sp>
        <p:nvSpPr>
          <p:cNvPr id="6" name="Rounded Rectangle 5"/>
          <p:cNvSpPr/>
          <p:nvPr/>
        </p:nvSpPr>
        <p:spPr>
          <a:xfrm flipH="1">
            <a:off x="616059" y="2208907"/>
            <a:ext cx="45719" cy="381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1525" y="2260327"/>
            <a:ext cx="555069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 dirty="0">
                <a:solidFill>
                  <a:srgbClr val="1E40AF"/>
                </a:solidFill>
                <a:latin typeface="Poppins"/>
              </a:rPr>
              <a:t>The Decentralized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5307" y="2837325"/>
            <a:ext cx="5286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475569"/>
                </a:solidFill>
                <a:latin typeface="Inter"/>
              </a:rPr>
              <a:t>In a healthcare setting using a file-based approach, information is highly fragmented.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5306" y="3403830"/>
            <a:ext cx="5286375" cy="841920"/>
          </a:xfrm>
          <a:prstGeom prst="roundRect">
            <a:avLst>
              <a:gd name="adj" fmla="val 77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2432" y="3546256"/>
            <a:ext cx="4486275" cy="84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1" i="0" u="none" dirty="0">
                <a:solidFill>
                  <a:srgbClr val="1E293B"/>
                </a:solidFill>
                <a:latin typeface="Inter"/>
              </a:rPr>
              <a:t>Separate Files: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Patient admissions, pharmacy, laboratory, and billing each maintain distinct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5307" y="4391350"/>
            <a:ext cx="5357127" cy="756327"/>
          </a:xfrm>
          <a:prstGeom prst="roundRect">
            <a:avLst>
              <a:gd name="adj" fmla="val 77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6991" y="4528119"/>
            <a:ext cx="4486275" cy="84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1" i="0" u="none" dirty="0">
                <a:solidFill>
                  <a:srgbClr val="1E293B"/>
                </a:solidFill>
                <a:latin typeface="Inter"/>
              </a:rPr>
              <a:t>Duplicate Data: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A patient's basic details (name, address) are repeated across multiple departmental files.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5306" y="5219686"/>
            <a:ext cx="5433464" cy="886467"/>
          </a:xfrm>
          <a:prstGeom prst="roundRect">
            <a:avLst>
              <a:gd name="adj" fmla="val 63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 rot="10800000" flipV="1">
            <a:off x="70338" y="5361411"/>
            <a:ext cx="6217234" cy="539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350" b="1" i="0" u="none" dirty="0">
                <a:solidFill>
                  <a:srgbClr val="1E293B"/>
                </a:solidFill>
                <a:latin typeface="Inter"/>
              </a:rPr>
              <a:t>                         </a:t>
            </a:r>
            <a:r>
              <a:rPr sz="1350" b="1" i="0" u="none" dirty="0">
                <a:solidFill>
                  <a:srgbClr val="1E293B"/>
                </a:solidFill>
                <a:latin typeface="Inter"/>
              </a:rPr>
              <a:t>Difficult Maintenance: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Updating a patient's phone number requires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manua</a:t>
            </a:r>
            <a:r>
              <a:rPr lang="en-IN" sz="1350" b="0" i="0" u="none" dirty="0">
                <a:solidFill>
                  <a:srgbClr val="475569"/>
                </a:solidFill>
                <a:latin typeface="Inter"/>
              </a:rPr>
              <a:t>l 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changes in every department's file system, leading to inconsistencies.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5190976"/>
            <a:ext cx="52863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5305" y="5738537"/>
            <a:ext cx="52863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8292107"/>
            <a:ext cx="52863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3559746"/>
            <a:ext cx="17145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513" y="4531234"/>
            <a:ext cx="200025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979" y="5344715"/>
            <a:ext cx="228600" cy="247650"/>
          </a:xfrm>
          <a:prstGeom prst="rect">
            <a:avLst/>
          </a:prstGeom>
        </p:spPr>
      </p:pic>
      <p:pic>
        <p:nvPicPr>
          <p:cNvPr id="27" name="Picture 26" descr="What is a file system? | Definition from TechTarget">
            <a:extLst>
              <a:ext uri="{FF2B5EF4-FFF2-40B4-BE49-F238E27FC236}">
                <a16:creationId xmlns:a16="http://schemas.microsoft.com/office/drawing/2014/main" id="{FED2415A-FD95-C94E-1822-EA11721032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094" y="1890649"/>
            <a:ext cx="4953000" cy="32570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5307" y="772353"/>
            <a:ext cx="555069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>
                <a:solidFill>
                  <a:srgbClr val="0F172A"/>
                </a:solidFill>
                <a:latin typeface="Poppins"/>
              </a:rPr>
              <a:t>Working of DBMS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4043" y="1290043"/>
            <a:ext cx="76201" cy="381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0790" y="1324803"/>
            <a:ext cx="555069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1E40AF"/>
                </a:solidFill>
                <a:latin typeface="Poppins"/>
              </a:rPr>
              <a:t>The Centralized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649909"/>
            <a:ext cx="52863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475569"/>
                </a:solidFill>
                <a:latin typeface="Inter"/>
              </a:rPr>
              <a:t>A DBMS integrates data into a single, logical structure accessible by all authorized users.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5307" y="2292699"/>
            <a:ext cx="5286375" cy="1222920"/>
          </a:xfrm>
          <a:prstGeom prst="roundRect">
            <a:avLst>
              <a:gd name="adj" fmla="val 77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3448" y="2547407"/>
            <a:ext cx="4486275" cy="84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1" i="0" u="none" dirty="0">
                <a:solidFill>
                  <a:srgbClr val="1E293B"/>
                </a:solidFill>
                <a:latin typeface="Inter"/>
              </a:rPr>
              <a:t>One Centralized Database: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All patient records, test results, and billing info reside in one secure location.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399" y="3610869"/>
            <a:ext cx="5286375" cy="1222920"/>
          </a:xfrm>
          <a:prstGeom prst="roundRect">
            <a:avLst>
              <a:gd name="adj" fmla="val 77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735960"/>
            <a:ext cx="4486275" cy="84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1" i="0" u="none" dirty="0">
                <a:solidFill>
                  <a:srgbClr val="1E293B"/>
                </a:solidFill>
                <a:latin typeface="Inter"/>
              </a:rPr>
              <a:t>Shared Access: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Doctors, nurses, and admin staff access the same unified patient profile.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5307" y="4958880"/>
            <a:ext cx="5286375" cy="1497210"/>
          </a:xfrm>
          <a:prstGeom prst="roundRect">
            <a:avLst>
              <a:gd name="adj" fmla="val 636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4147" y="5137960"/>
            <a:ext cx="4486275" cy="3202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1" i="0" u="none" dirty="0">
                <a:solidFill>
                  <a:srgbClr val="1E293B"/>
                </a:solidFill>
                <a:latin typeface="Inter"/>
              </a:rPr>
              <a:t>Instant Updates: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If admission updates a patient's address, the pharmacy and billing departments see the change immediately.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4733776"/>
            <a:ext cx="52863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6147196"/>
            <a:ext cx="52863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7834907"/>
            <a:ext cx="52863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81" y="2725521"/>
            <a:ext cx="22860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81" y="4038928"/>
            <a:ext cx="285750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547" y="5339466"/>
            <a:ext cx="228600" cy="247650"/>
          </a:xfrm>
          <a:prstGeom prst="rect">
            <a:avLst/>
          </a:prstGeom>
        </p:spPr>
      </p:pic>
      <p:pic>
        <p:nvPicPr>
          <p:cNvPr id="23" name="Picture 22" descr="An Introduction to Database Management Systems (DBMS) | by Sai kumaresh🚀 |  Medium">
            <a:extLst>
              <a:ext uri="{FF2B5EF4-FFF2-40B4-BE49-F238E27FC236}">
                <a16:creationId xmlns:a16="http://schemas.microsoft.com/office/drawing/2014/main" id="{C8CC3D6F-906E-8390-54B1-5F9C9C3A90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3533" y="1924199"/>
            <a:ext cx="4806467" cy="32137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64" y="2445194"/>
            <a:ext cx="5405437" cy="300960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2438548"/>
            <a:ext cx="5405437" cy="30096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76200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Poppins"/>
              </a:rPr>
              <a:t>Scenario: Patient Updates Contact Info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72625" y="276225"/>
            <a:ext cx="20097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 Medium"/>
              </a:rPr>
              <a:t>Case Study: Healthcare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2192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8362" y="2486171"/>
            <a:ext cx="38100" cy="296197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3963" y="2834153"/>
            <a:ext cx="5055631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  <a:latin typeface="Poppins"/>
              </a:rPr>
              <a:t>File-Based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3819673"/>
            <a:ext cx="4814887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1E293B"/>
                </a:solidFill>
                <a:latin typeface="Inter"/>
              </a:rPr>
              <a:t>Process: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The patient informs the receptionist. The receptionist updates the 'Admissions' file.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4421534"/>
            <a:ext cx="4814887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1E293B"/>
                </a:solidFill>
                <a:latin typeface="Inter"/>
              </a:rPr>
              <a:t>The Problem: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The Pharmacy, Lab, and Billing files still hold the old number. If a critical lab result requires immediate contact, they might call the wrong number. Data becomes inconsistent.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582399" y="2486171"/>
            <a:ext cx="38100" cy="296197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55880" y="2862241"/>
            <a:ext cx="5055631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  <a:latin typeface="Poppins"/>
              </a:rPr>
              <a:t>DBMS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337" y="3819673"/>
            <a:ext cx="4814887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1E293B"/>
                </a:solidFill>
                <a:latin typeface="Inter"/>
              </a:rPr>
              <a:t>Process: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The receptionist updates the number in the central patient profile interface.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337" y="4421534"/>
            <a:ext cx="4814887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1E293B"/>
                </a:solidFill>
                <a:latin typeface="Inter"/>
              </a:rPr>
              <a:t>The Solution: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Because there is only one central record for that patient, the Pharmacy, Lab, and Billing modules instantly retrieve the new number. Data consistency is guaranteed.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800498"/>
            <a:ext cx="257175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337" y="2800498"/>
            <a:ext cx="3048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38362"/>
            <a:ext cx="11049000" cy="36099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76200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Poppins"/>
              </a:rPr>
              <a:t>File-Based vs. DBMS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5125" y="276225"/>
            <a:ext cx="10572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 Medium"/>
              </a:rPr>
              <a:t>Feature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2192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159660"/>
              </p:ext>
            </p:extLst>
          </p:nvPr>
        </p:nvGraphicFramePr>
        <p:xfrm>
          <a:off x="581025" y="2164080"/>
          <a:ext cx="11029948" cy="3574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3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5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796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Feature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File-Based System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DBMS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989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Storage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Separate, isolated files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Centralized, integrated database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989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Data Redundancy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High (Data is duplicated across files)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Low (Data is stored centrally)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989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Data Consistency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Poor (Updates must be manual across files)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High (Updates reflect universally)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989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Security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Basic (OS-level file permissions)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Strong (Authentication, role-based access)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989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Data Retrieval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Slow and complex (Requires specific programs)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Fast and flexible (Using query languages like SQL)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991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Backup &amp; Recovery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Difficult (Manual backups required)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Easy (Built-in automated recovery tools)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81025" y="2705100"/>
            <a:ext cx="21008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81882" y="2705100"/>
            <a:ext cx="43533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035254" y="2705100"/>
            <a:ext cx="45757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3209925"/>
            <a:ext cx="21008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81882" y="3209925"/>
            <a:ext cx="43533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35254" y="3209925"/>
            <a:ext cx="45757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3714750"/>
            <a:ext cx="21008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81882" y="3714750"/>
            <a:ext cx="43533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35254" y="3714750"/>
            <a:ext cx="45757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1025" y="4219575"/>
            <a:ext cx="21008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81882" y="4219575"/>
            <a:ext cx="43533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035254" y="4219575"/>
            <a:ext cx="45757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1025" y="4724400"/>
            <a:ext cx="21008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681882" y="4724400"/>
            <a:ext cx="43533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035254" y="4724400"/>
            <a:ext cx="45757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81025" y="5229225"/>
            <a:ext cx="21008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681882" y="5229225"/>
            <a:ext cx="43533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035254" y="5229225"/>
            <a:ext cx="45757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4750039"/>
            <a:ext cx="7620000" cy="15234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76200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Poppins"/>
              </a:rPr>
              <a:t>Conclusion &amp; Benefits of DBMS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850" y="276225"/>
            <a:ext cx="5905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 Medium"/>
              </a:rPr>
              <a:t>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2192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700" y="4835983"/>
            <a:ext cx="6858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1E293B"/>
                </a:solidFill>
                <a:latin typeface="Inter"/>
              </a:rPr>
              <a:t>Conclusion:</a:t>
            </a:r>
            <a:r>
              <a:rPr sz="1500" b="0" i="0" u="none" dirty="0">
                <a:solidFill>
                  <a:srgbClr val="334155"/>
                </a:solidFill>
                <a:latin typeface="Inter"/>
              </a:rPr>
              <a:t> A Database Management System (DBMS) is vastly more efficient and robust than a traditional file-based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2024" y="5480446"/>
            <a:ext cx="6858000" cy="668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334155"/>
                </a:solidFill>
                <a:latin typeface="Inter"/>
              </a:rPr>
              <a:t>By eliminating duplicate data, improving accuracy, and enhancing security, DBMS has become the standard for managing critical information in hospitals, universities, banks, and modern businesses.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1504950"/>
            <a:ext cx="5429250" cy="948630"/>
          </a:xfrm>
          <a:prstGeom prst="roundRect">
            <a:avLst>
              <a:gd name="adj" fmla="val 100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1695450"/>
            <a:ext cx="4629150" cy="567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1" i="0" u="none">
                <a:solidFill>
                  <a:srgbClr val="1E293B"/>
                </a:solidFill>
                <a:latin typeface="Inter"/>
              </a:rPr>
              <a:t>Reduces Data Redundancy: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Minimizes wasted storage space.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1250" y="1504950"/>
            <a:ext cx="5429250" cy="948630"/>
          </a:xfrm>
          <a:prstGeom prst="roundRect">
            <a:avLst>
              <a:gd name="adj" fmla="val 100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2750" y="1695450"/>
            <a:ext cx="4629150" cy="567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1" i="0" u="none">
                <a:solidFill>
                  <a:srgbClr val="1E293B"/>
                </a:solidFill>
                <a:latin typeface="Inter"/>
              </a:rPr>
              <a:t>Maintains Data Consistency: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Single source of truth.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2644080"/>
            <a:ext cx="5429250" cy="948630"/>
          </a:xfrm>
          <a:prstGeom prst="roundRect">
            <a:avLst>
              <a:gd name="adj" fmla="val 100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2834580"/>
            <a:ext cx="4629150" cy="567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1" i="0" u="none">
                <a:solidFill>
                  <a:srgbClr val="1E293B"/>
                </a:solidFill>
                <a:latin typeface="Inter"/>
              </a:rPr>
              <a:t>Faster Data Retrieval: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Optimized querying engines.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1250" y="2644080"/>
            <a:ext cx="5429250" cy="948630"/>
          </a:xfrm>
          <a:prstGeom prst="roundRect">
            <a:avLst>
              <a:gd name="adj" fmla="val 100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2750" y="2834580"/>
            <a:ext cx="4629150" cy="567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1" i="0" u="none">
                <a:solidFill>
                  <a:srgbClr val="1E293B"/>
                </a:solidFill>
                <a:latin typeface="Inter"/>
              </a:rPr>
              <a:t>Better Security: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Granular access controls.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8010" y="3677172"/>
            <a:ext cx="5429250" cy="948630"/>
          </a:xfrm>
          <a:prstGeom prst="roundRect">
            <a:avLst>
              <a:gd name="adj" fmla="val 100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3973710"/>
            <a:ext cx="4629150" cy="567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1" i="0" u="none">
                <a:solidFill>
                  <a:srgbClr val="1E293B"/>
                </a:solidFill>
                <a:latin typeface="Inter"/>
              </a:rPr>
              <a:t>Multi-User Access: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Concurrent usage without conflicts.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0775" y="3683198"/>
            <a:ext cx="5429250" cy="948630"/>
          </a:xfrm>
          <a:prstGeom prst="roundRect">
            <a:avLst>
              <a:gd name="adj" fmla="val 100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2750" y="3872153"/>
            <a:ext cx="4629150" cy="567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1" i="0" u="none" dirty="0">
                <a:solidFill>
                  <a:srgbClr val="1E293B"/>
                </a:solidFill>
                <a:latin typeface="Inter"/>
              </a:rPr>
              <a:t>Backup &amp; Recovery: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Safeguards against data loss.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2444055"/>
            <a:ext cx="542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1250" y="2444055"/>
            <a:ext cx="542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1500" y="3583185"/>
            <a:ext cx="542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91250" y="3583185"/>
            <a:ext cx="542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1500" y="4722316"/>
            <a:ext cx="542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91250" y="4722316"/>
            <a:ext cx="5429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1714500"/>
            <a:ext cx="200025" cy="2476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275" y="1714500"/>
            <a:ext cx="200025" cy="2476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2853630"/>
            <a:ext cx="200025" cy="2476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275" y="2853630"/>
            <a:ext cx="228600" cy="2476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3992760"/>
            <a:ext cx="285750" cy="2476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1275" y="3992760"/>
            <a:ext cx="228600" cy="2476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614</Words>
  <Application>Microsoft Office PowerPoint</Application>
  <PresentationFormat>Widescreen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Inter</vt:lpstr>
      <vt:lpstr>Inter Medium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Nitheesh kumar P</cp:lastModifiedBy>
  <cp:revision>1</cp:revision>
  <dcterms:created xsi:type="dcterms:W3CDTF">2013-01-27T09:14:16Z</dcterms:created>
  <dcterms:modified xsi:type="dcterms:W3CDTF">2026-07-22T20:15:20Z</dcterms:modified>
  <cp:category/>
</cp:coreProperties>
</file>